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8EE705-77DC-473F-BE6F-D5D9796C80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207164-C77F-4087-ACA3-2C08FD796E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F42D88C-F5C5-4197-98CB-FD396FE3B3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E4ADC76-5ECB-419D-85E2-6E15E07364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44051DC-42F4-4C4A-8E7A-2F75E7F109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988D444-A80E-4F59-9938-BECF907B81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44C3133-6E0D-4D38-9113-32D4EA73FE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2A9EAA8-DABE-4BE6-8794-4177D07440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296DB7A-66B5-4D3A-BE47-E7424D1C20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D483442-96DF-4DC2-8402-61C832E42A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328D7D5-950A-4977-BBDD-BDBF8C810C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3E1001-1425-4DD5-AB77-AD50F9F0B1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1F5395-6D22-430E-B95F-5A8AEFCAA0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AE499D-7B4F-458F-BF39-2FA4A861AD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833BBD-6E77-4502-B94E-A8910B8312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CC3526-BC55-414D-906A-B333298DE9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1FE147-90FB-4C69-88DC-13BF588688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B5B3AC-2293-489E-99D8-51A78C0697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0DDEB5-7C60-421B-8696-16737E2CBFD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CE1B5C-5939-4174-B1BC-9597CA2D4A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653187-FAC9-4427-84A6-51AAF4636D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D1217A-AAE8-4AD2-92FB-CA634CCFB1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286000"/>
            <a:ext cx="8229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chemeClr val="dk1"/>
                </a:solidFill>
                <a:latin typeface="Calibri"/>
              </a:rPr>
              <a:t>Command: Get-Process</a:t>
            </a:r>
            <a:endParaRPr b="0" lang="pl-PL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227600" y="4114800"/>
            <a:ext cx="6688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Windows PowerShell Command Presentation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3112560" y="457200"/>
            <a:ext cx="29181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Get-Process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371600"/>
            <a:ext cx="82292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Description:</a:t>
            </a:r>
            <a:br>
              <a:rPr sz="2400"/>
            </a:b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Gets the processes running on the local computer or a remote computer.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457200" y="3474720"/>
            <a:ext cx="822924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urier New"/>
              </a:rPr>
              <a:t>Syntax:</a:t>
            </a:r>
            <a:br>
              <a:rPr sz="1600"/>
            </a:br>
            <a:r>
              <a:rPr b="0" lang="en-US" sz="1600" spc="-1" strike="noStrike">
                <a:solidFill>
                  <a:schemeClr val="dk1"/>
                </a:solidFill>
                <a:latin typeface="Courier New"/>
              </a:rPr>
              <a:t>Get-Process [[-Name] &lt;String[]&gt;] [-Module] [-FileVersionInfo] [-Credential &lt;PSCredential&gt;] [-ComputerName &lt;String[]&gt;] [&lt;CommonParameters&gt;]</a:t>
            </a:r>
            <a:endParaRPr b="0" lang="pl-PL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2619000" y="457200"/>
            <a:ext cx="3905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Usage Examples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457200" y="1371600"/>
            <a:ext cx="8229240" cy="39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</a:rPr>
              <a:t>Get-Process                    Lists all running processes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</a:rPr>
              <a:t>Get-Process -Name notepad      Lists process named 'notepad'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</a:rPr>
              <a:t>Get-Process | Where-Object {$_.Handles -gt 500}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</a:rPr>
              <a:t>Filters processes with &gt;500 handles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</a:rPr>
              <a:t>Get-Process -FileVersionInfo   Includes file version information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</a:rPr>
              <a:t>Get-Process -ComputerName PC1  Gets processes from remote computer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LibreOffice/24.2.3.2$Windows_X86_64 LibreOffice_project/433d9c2ded56988e8a90e6b2e771ee4e6a5ab2ba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2026-04-25T20:35:33Z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