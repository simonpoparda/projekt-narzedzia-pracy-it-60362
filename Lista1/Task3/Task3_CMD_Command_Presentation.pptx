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09F9A8-0F30-4770-BF16-9E49803603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CF482E-B40B-4EA0-9901-5FEEC91B6E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2FE085F-98B9-4DE8-A66D-9D2A01B069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7E896FA-9842-4976-B328-7B7C67C725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4BC11BD-EE44-47C8-BA78-193CB6421D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C13B167-9683-46B6-A0CE-0455072726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A9194D7-ED7E-4700-818B-E38357A526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5E6E684-148E-4A4E-82AC-EBADA0D805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736B621-255B-4B9B-B7EA-2CE3BC1E2A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4829059-567A-4D1F-A89E-B9D5683E95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0A25039-A333-4C28-B02E-04C2E0C60A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9AEA53-EDD6-44B8-8F23-E0D4642C164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FCA49E-9539-45E8-BAFB-0ADE9A59E7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B2E768-8605-4A8E-BD94-4A991D919A1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7CF869-2182-46DD-827C-BB0913A6EA3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8253F5-CF32-44EE-A04A-7284A83F34E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F3B981-137E-4A1A-B9C5-7F0773C92CF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85A1A4-05EC-4F99-9B49-AFDA3C57A62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23CC9D-8A0C-44FE-B7E0-328FCC7F49B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B58D33-8920-44DC-B3AE-3C8ABE37642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Kliknij, aby edytować format tekstu tytułu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Drugi poziom konspektu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Trzeci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Czwarty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Piąty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Szósty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Siódmy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CB7D29-571E-4E67-B7F4-E00735BA9C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Drugi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Trzeci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Czwarty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Piąty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Szósty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Siódmy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B84E21-CC4A-42DF-A6C6-CF3007C0F20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53600" y="2286000"/>
            <a:ext cx="82368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chemeClr val="dk1"/>
                </a:solidFill>
                <a:latin typeface="Calibri"/>
              </a:rPr>
              <a:t>CMD Commands in Operating Systems</a:t>
            </a:r>
            <a:endParaRPr b="0" lang="pl-PL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2928240" y="4114800"/>
            <a:ext cx="3287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Szymon Poparda | 60362</a:t>
            </a:r>
            <a:endParaRPr b="0" lang="pl-PL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2890080" y="457200"/>
            <a:ext cx="33631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chemeClr val="dk1"/>
                </a:solidFill>
                <a:latin typeface="Calibri"/>
              </a:rPr>
              <a:t>File Operations</a:t>
            </a:r>
            <a:endParaRPr b="0" lang="pl-PL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457200" y="1371600"/>
            <a:ext cx="8229240" cy="48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dir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Lists all files in current directory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cd &lt;path&gt;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Changes the current directory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mkdir &lt;name&gt;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Creates a new directory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copy &lt;src&gt; &lt;dst&gt;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Copies a file from source to destination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del &lt;file&gt;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Deletes a file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2416320" y="457200"/>
            <a:ext cx="43110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chemeClr val="dk1"/>
                </a:solidFill>
                <a:latin typeface="Calibri"/>
              </a:rPr>
              <a:t>System Information</a:t>
            </a:r>
            <a:endParaRPr b="0" lang="pl-PL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1371600"/>
            <a:ext cx="8229240" cy="51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systeminfo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Displays detailed configuration information about the computer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tasklist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Lists all currently running processes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taskkill /PID &lt;pid&gt;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Terminates a process by its Process ID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ipconfig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Displays network configuration and IP addresses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getmac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Displays MAC addresses of network adapters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LibreOffice/24.2.3.2$Windows_X86_64 LibreOffice_project/433d9c2ded56988e8a90e6b2e771ee4e6a5ab2ba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pl-PL</dc:language>
  <cp:lastModifiedBy/>
  <dcterms:modified xsi:type="dcterms:W3CDTF">2026-04-25T20:33:44Z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