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9E243C-C90B-411F-9028-08F6CA5D6B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84066-065C-4EDF-A31E-D7D3608969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A88C057-A6FF-46BD-8A09-39E68436C1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E0D4B6-7F7D-48EA-A013-E54464AB25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1A31C83-5F21-45D0-864D-FC51332799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216C9A-1832-4E00-B845-30A3C0B3C1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C81B8C-5FDF-4021-A654-8D4C2B4103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AFDF57C-9A60-43EE-BC18-A3E1E2C8BC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1B9F4F4-17E5-4FB5-9038-219BBEDE07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FDB5EF7-7ABA-4DF5-8459-4A14AD1488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73A3199-5B36-477C-8614-58E6159CE5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91F991-24DD-4E2B-831C-D3E87A2FB4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9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E5F2EE-B321-4D9F-AA01-F64BBD5CC4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3B8D2D-CAE1-403C-9FA6-EF078046DF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A2C489-173B-4B78-81FE-5F64532628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11E2A6-C689-4219-BE98-B769E96D12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533698-C890-4509-A45F-1897E127DE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BA313B-FDBB-4AC1-8243-9B5D77607C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23EC53-547B-4C96-8426-991AC46F0E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FE2701-049F-40F4-A6C5-4922245660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45B673-2285-4643-9605-361E5D017A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E50042-6684-41F4-AA24-5A39D9FC5D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286000"/>
            <a:ext cx="822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chemeClr val="dk1"/>
                </a:solidFill>
                <a:latin typeface="Calibri"/>
              </a:rPr>
              <a:t>Processes and Threads</a:t>
            </a:r>
            <a:endParaRPr b="0" lang="pl-PL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810440" y="4114800"/>
            <a:ext cx="552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Szymon Poparda - Operating Systems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2332440" y="457200"/>
            <a:ext cx="44787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What is a Process?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 process is an independent program instance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Has its own memory space (heap, stack, code, data)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Has its own process ID (PID)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Manages resources: file descriptors, environment variables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Can run multiple processes simultaneously (multitasking)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Heavy overhead for creation and switching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2394000" y="457200"/>
            <a:ext cx="4355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What is a Thread?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 thread is a lightweight execution unit within a process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Shares memory space with other threads in same process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Each thread has its own stack and registers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Shares heap, code, data segments with other threads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Multiple threads can run concurrently within one process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Lower overhead for creation and switching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2694240" y="457200"/>
            <a:ext cx="37548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Key Differences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Memory Space: Processes isolated → Threads shared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Creation Cost: Processes expensive → Threads cheap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Context Switch: Processes slow → Threads fast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Communication: Processes complex → Threads simple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Resource Isolation: Processes high → Threads low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Failure Impact: Process failure isolated → Thread failure affects all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2711880" y="457200"/>
            <a:ext cx="3719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Key Similarities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Both are units of execution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Both can be in different states (running, waiting, blocked)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Both have scheduling and priority levels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Both can perform concurrent operations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Both require synchronization for shared resources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Both use same CPU scheduling mechanisms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1660320" y="457200"/>
            <a:ext cx="5823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When to Use Processes?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Running completely independent programs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Need strong isolation and fault tolerance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Programs written in different languages/frameworks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Running untrusted code that shouldn't crash main app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Very long-running applications with separate lifecycle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Heavy resource allocation needed per instance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1863000" y="457200"/>
            <a:ext cx="5417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When to Use Threads?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Concurrent operations within same application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Responsive user interfaces (UI thread + worker threads)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Server handling multiple client connections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Shared data between concurrent tasks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Need lightweight concurrency with low overhead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✓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Performance-critical applications requiring efficiency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1242720" y="457200"/>
            <a:ext cx="66582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Multithreading Implementation (Python)</a:t>
            </a:r>
            <a:endParaRPr b="0" lang="pl-PL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371600"/>
            <a:ext cx="82292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import threading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def worker(name):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print(f"Thread {name} started")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# Do work here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    print(f"Thread {name} finished")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# Create and start threads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t1 = threading.Thread(target=worker, args=("A",))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t2 = threading.Thread(target=worker, args=("B",))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t1.start()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t2.start()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# Wait for threads to complete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t1.join()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t2.join()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Courier New"/>
              </a:rPr>
              <a:t>print("All threads completed")</a:t>
            </a:r>
            <a:endParaRPr b="0" lang="pl-PL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3373200" y="457200"/>
            <a:ext cx="2396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Summary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57200" y="1371600"/>
            <a:ext cx="822924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Processes: Independent, isolated, heavy-weight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Threads: Shared memory, lightweight, fast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Choose based on your specific requirements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Understand trade-offs: isolation vs efficiency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Synchronization critical when using shared memory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Modern systems support both effectively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LibreOffice/24.2.3.2$Windows_X86_64 LibreOffice_project/433d9c2ded56988e8a90e6b2e771ee4e6a5ab2ba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2026-04-25T17:22:09Z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