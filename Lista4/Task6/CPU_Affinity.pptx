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CD2463-E7E7-4B29-A1C1-99CD5480FB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FB0623-B6DF-455A-8C03-E739D329F9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813905F-14BF-479D-A252-C4BE245E4F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307638D-CBC8-4E05-B51E-F688ABBC99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D1155FE-AB91-459B-A2EB-3587A0B5C0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09F2A0F-935F-45D3-B6C2-000047A8D6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DFD2FA3-F7D0-4D94-9793-8A0D2BD1D1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BEB805C-9F11-4826-A563-61CF8F14DB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F89B1F7-0BB7-452E-AF2E-E49AA22F2B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05D99F9-DFD4-42BC-A6DA-9E6CC856C0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7C783EF-9D7C-4FC6-882B-E068259111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FD3404-2AD1-49A2-A831-1F33CA90FF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5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993455-C49C-42E8-9DAF-959084BE73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F92AE7-DD0B-4323-AEA7-852AB59E6C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87E048-9A51-4A86-B07F-3D073158A3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C6A0EA-1FA2-49CC-88BF-5ACC4BD1259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554715-8EA4-4F4A-B00D-B62824C884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62E9AA-B60E-4CED-8334-2348465C16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FDD03D-992D-4AE2-92EC-B890D5DE4B8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85F039-416A-4960-AEEE-124C58913B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2A392C-B9EF-4C97-82E7-C2B66E47CC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Drugi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Trzeci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Czwarty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Piąty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Szósty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Siódmy poziom konspektu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&lt;data/godzina&gt;</a:t>
            </a:r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000000"/>
                </a:solidFill>
                <a:latin typeface="Times New Roman"/>
              </a:rPr>
              <a:t>&lt;stopka&gt;</a:t>
            </a:r>
            <a:endParaRPr b="0" lang="pl-PL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24F6F9-0A82-47C0-BC49-B49808E5EB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&lt;numer&gt;</a:t>
            </a:fld>
            <a:endParaRPr b="0" lang="pl-PL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43920" y="2286000"/>
            <a:ext cx="725544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CPU Affinity in Operating Systems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928240" y="4114800"/>
            <a:ext cx="328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Szymon Poparda | 60362</a:t>
            </a:r>
            <a:endParaRPr b="0" lang="pl-PL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2243160" y="457200"/>
            <a:ext cx="4656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What is CPU Affinity?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914400" y="1645920"/>
            <a:ext cx="73148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Binding a process/thread to specific CPU core(s)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Process runs only on assigned CPU cores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Improves cache locality and performance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Reduces cache invalidation between cores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Important for multi-core and NUMA systems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Can significantly improve throughput</a:t>
            </a:r>
            <a:endParaRPr b="0" lang="pl-PL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2022840" y="457200"/>
            <a:ext cx="50976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Benefits of CPU Affinity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645920"/>
            <a:ext cx="822924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Cache Efficiency: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L1/L2 caches stay warm with same process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Less cache memory misses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Better hit rates = faster execution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Performance: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5-20% performance improvement possible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Critical for latency-sensitive applications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Important for real-time systems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Scalability: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Better memory bandwidth utilization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Reduced inter-core communication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Improved multi-threaded performance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858600" y="457200"/>
            <a:ext cx="7426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Affinity Masks and Representation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645920"/>
            <a:ext cx="82292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Bitmask representation (each bit = one CPU core):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0x01 = CPU 0 only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0x02 = CPU 1 only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0x03 = CPUs 0 and 1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0x0F = CPUs 0, 1, 2, 3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0xFF = CPUs 0-7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List representation: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taskset -c 0 (only CPU 0)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taskset -c 0,2,4 (CPUs 0, 2, 4)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taskset -c 0-3 (CPUs 0, 1, 2, 3)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taskset -c 1-4 (CPUs 1, 2, 3, 4)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2429280" y="457200"/>
            <a:ext cx="4285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Calibri"/>
              </a:rPr>
              <a:t>Setting CPU Affinity</a:t>
            </a:r>
            <a:endParaRPr b="0" lang="pl-PL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645920"/>
            <a:ext cx="82292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taskset: Bind process to specific CPUs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taskset -c 0 ./program (run on CPU 0)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taskset -c 0,2 ./program (run on CPUs 0,2)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taskset -cp 1,3 1234 (bind PID to CPUs)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sched_setaffinity: System call for affinity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Used by applications and frameworks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Allows fine-grained control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More flexible than taskset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numactl: NUMA-aware affinity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numactl --membind=node0 -c 0,1 ./program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Useful for NUMA (Non-Uniform Memory Access)</a:t>
            </a:r>
            <a:endParaRPr b="0" lang="pl-PL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LibreOffice/24.2.3.2$Windows_X86_64 LibreOffice_project/433d9c2ded56988e8a90e6b2e771ee4e6a5ab2ba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2026-04-25T19:17:49Z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